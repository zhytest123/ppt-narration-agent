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</p:sldMasterIdLst>
  <p:notesMasterIdLst>
    <p:notesMasterId r:id="rId5"/>
  </p:notesMasterIdLst>
  <p:handoutMasterIdLst>
    <p:handoutMasterId r:id="rId6"/>
  </p:handoutMasterIdLst>
  <p:sldIdLst>
    <p:sldId id="987" r:id="rId3"/>
    <p:sldId id="989" r:id="rId4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3485F45-5BE4-7140-9E13-3675FF8D1614}">
          <p14:sldIdLst>
            <p14:sldId id="987"/>
            <p14:sldId id="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 [3]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150"/>
    <a:srgbClr val="FF7B41"/>
    <a:srgbClr val="FFC000"/>
    <a:srgbClr val="FF7C41"/>
    <a:srgbClr val="000000"/>
    <a:srgbClr val="FF8427"/>
    <a:srgbClr val="FFFFFF"/>
    <a:srgbClr val="0067BD"/>
    <a:srgbClr val="FF8B42"/>
    <a:srgbClr val="FC9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8" autoAdjust="0"/>
    <p:restoredTop sz="67730" autoAdjust="0"/>
  </p:normalViewPr>
  <p:slideViewPr>
    <p:cSldViewPr snapToGrid="0" showGuides="1">
      <p:cViewPr varScale="1">
        <p:scale>
          <a:sx n="80" d="100"/>
          <a:sy n="80" d="100"/>
        </p:scale>
        <p:origin x="1552" y="192"/>
      </p:cViewPr>
      <p:guideLst>
        <p:guide orient="horz" pos="2202"/>
        <p:guide pos="38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688" y="2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BCD09-AE5E-D64E-B840-B8B5562B3E3F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59BD-E2D9-7343-972E-1CD19BDB0F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B1659-63FC-4F55-B62B-837CE66BBED2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2FA6F-DF84-40C8-B151-2A63D72004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4409C34-7E99-C841-BA0F-14F97AC9FF8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介绍整个培训的内容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000" b="0" kern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000" b="0" kern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000" b="0" kern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n-ea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BA98FD-FC09-C64F-9E4B-4E295F08ECE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矩形 65"/>
          <p:cNvSpPr/>
          <p:nvPr/>
        </p:nvSpPr>
        <p:spPr>
          <a:xfrm>
            <a:off x="0" y="2266950"/>
            <a:ext cx="12192000" cy="2476500"/>
          </a:xfrm>
          <a:prstGeom prst="rect">
            <a:avLst/>
          </a:prstGeom>
          <a:solidFill>
            <a:srgbClr val="FFBF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1038225" y="1581150"/>
            <a:ext cx="3676650" cy="3676650"/>
          </a:xfrm>
          <a:prstGeom prst="ellipse">
            <a:avLst/>
          </a:prstGeom>
          <a:solidFill>
            <a:srgbClr val="293049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902D-F142-534F-8785-5759492CDF58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780612" y="3608361"/>
            <a:ext cx="5080907" cy="441947"/>
          </a:xfrm>
          <a:solidFill>
            <a:srgbClr val="293049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792406" y="2627086"/>
            <a:ext cx="7239940" cy="94507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3600" b="1" kern="1000" baseline="0">
                <a:solidFill>
                  <a:srgbClr val="293049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145" y="2124077"/>
            <a:ext cx="2890809" cy="2476500"/>
          </a:xfrm>
          <a:prstGeom prst="rect">
            <a:avLst/>
          </a:prstGeom>
        </p:spPr>
      </p:pic>
    </p:spTree>
  </p:cSld>
  <p:clrMapOvr>
    <a:masterClrMapping/>
  </p:clrMapOvr>
  <p:transition spd="slow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75644" y="235415"/>
            <a:ext cx="10377969" cy="796011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 sz="1800"/>
            </a:lvl2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49009-F493-A348-87C3-84D29A2282EC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6" y="2108202"/>
            <a:ext cx="7994651" cy="1235075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4" y="3400425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CB03-138D-6F4F-BA35-2857E707851A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 hasCustomPrompt="1"/>
          </p:nvPr>
        </p:nvSpPr>
        <p:spPr>
          <a:xfrm>
            <a:off x="1399823" y="1244603"/>
            <a:ext cx="5080000" cy="49323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 hasCustomPrompt="1"/>
          </p:nvPr>
        </p:nvSpPr>
        <p:spPr>
          <a:xfrm>
            <a:off x="6519334" y="1244603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AE58-2E75-4C4B-B85E-68C5C44A2729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9436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 hasCustomPrompt="1"/>
          </p:nvPr>
        </p:nvSpPr>
        <p:spPr>
          <a:xfrm>
            <a:off x="1099436" y="2200274"/>
            <a:ext cx="5157787" cy="36845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31847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 hasCustomPrompt="1"/>
          </p:nvPr>
        </p:nvSpPr>
        <p:spPr>
          <a:xfrm>
            <a:off x="6431847" y="2200274"/>
            <a:ext cx="5183188" cy="36845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E6503-66CF-594C-A432-8B088D7CB633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FDBE-B92C-4843-ABC1-E8B41B1A1375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CED0-0E44-D847-984C-6E9CC1522517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1" y="533402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 hasCustomPrompt="1"/>
          </p:nvPr>
        </p:nvSpPr>
        <p:spPr>
          <a:xfrm>
            <a:off x="5487989" y="1063631"/>
            <a:ext cx="6172200" cy="487362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 hasCustomPrompt="1"/>
          </p:nvPr>
        </p:nvSpPr>
        <p:spPr>
          <a:xfrm>
            <a:off x="1144591" y="21336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2BBA-0002-6D4F-9CDF-2C0CDE89E1E6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 hasCustomPrompt="1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951D-B318-3A4A-A13E-6FE964C5A71D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EE4C-8A05-BF47-8BBD-6EEAA88337E5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1" y="365125"/>
            <a:ext cx="118251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 hasCustomPrompt="1"/>
          </p:nvPr>
        </p:nvSpPr>
        <p:spPr>
          <a:xfrm>
            <a:off x="2113843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722A-CA58-0A49-9599-7821D3BFC44D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>
          <a:xfrm>
            <a:off x="838200" y="6419854"/>
            <a:ext cx="2743200" cy="365125"/>
          </a:xfrm>
        </p:spPr>
        <p:txBody>
          <a:bodyPr/>
          <a:lstStyle/>
          <a:p>
            <a:fld id="{BBEDA7EE-FC46-0445-BE79-83847A752B4E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>
          <a:xfrm>
            <a:off x="3636270" y="6418779"/>
            <a:ext cx="408533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>
          <a:xfrm>
            <a:off x="7874985" y="6418779"/>
            <a:ext cx="939831" cy="365125"/>
          </a:xfrm>
        </p:spPr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>
          <a:xfrm>
            <a:off x="838200" y="6419854"/>
            <a:ext cx="2743200" cy="365125"/>
          </a:xfrm>
        </p:spPr>
        <p:txBody>
          <a:bodyPr/>
          <a:lstStyle/>
          <a:p>
            <a:fld id="{C7B2DE0E-E0DC-3840-B668-72DE27D122DE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>
          <a:xfrm>
            <a:off x="3636270" y="6418779"/>
            <a:ext cx="408533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>
          <a:xfrm>
            <a:off x="7874985" y="6418779"/>
            <a:ext cx="939831" cy="365125"/>
          </a:xfrm>
        </p:spPr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4B914-9BB2-4713-9EBF-61770F406B8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2026/5/22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2B6538A-33AE-45EB-868C-14B9E34ED9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8792" y="5949280"/>
            <a:ext cx="871824" cy="273533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056440" y="6381328"/>
            <a:ext cx="1584176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407368" y="332656"/>
            <a:ext cx="7149570" cy="5762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buNone/>
              <a:defRPr lang="zh-CN" altLang="en-US" sz="36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Lato" panose="020F0502020204030203" pitchFamily="34" charset="0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transition spd="slow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8792" y="5949280"/>
            <a:ext cx="871824" cy="273533"/>
          </a:xfrm>
          <a:prstGeom prst="rect">
            <a:avLst/>
          </a:prstGeom>
        </p:spPr>
      </p:pic>
      <p:cxnSp>
        <p:nvCxnSpPr>
          <p:cNvPr id="9" name="直线连接符 8"/>
          <p:cNvCxnSpPr/>
          <p:nvPr userDrawn="1"/>
        </p:nvCxnSpPr>
        <p:spPr>
          <a:xfrm>
            <a:off x="10056440" y="6381328"/>
            <a:ext cx="1584176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 userDrawn="1"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8792" y="5949280"/>
            <a:ext cx="871824" cy="273533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056440" y="6381328"/>
            <a:ext cx="1584176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323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571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85384"/>
          </a:xfrm>
          <a:prstGeom prst="rect">
            <a:avLst/>
          </a:prstGeom>
          <a:solidFill>
            <a:srgbClr val="2C323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67600" y="5950800"/>
            <a:ext cx="872040" cy="273600"/>
          </a:xfrm>
          <a:prstGeom prst="rect">
            <a:avLst/>
          </a:prstGeom>
        </p:spPr>
      </p:pic>
      <p:cxnSp>
        <p:nvCxnSpPr>
          <p:cNvPr id="16" name="直线连接符 15"/>
          <p:cNvCxnSpPr/>
          <p:nvPr userDrawn="1"/>
        </p:nvCxnSpPr>
        <p:spPr>
          <a:xfrm>
            <a:off x="10056440" y="6381328"/>
            <a:ext cx="1584176" cy="0"/>
          </a:xfrm>
          <a:prstGeom prst="line">
            <a:avLst/>
          </a:prstGeom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8792" y="5949280"/>
            <a:ext cx="871824" cy="273533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056440" y="6381328"/>
            <a:ext cx="1584176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407368" y="332656"/>
            <a:ext cx="7149570" cy="5762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buNone/>
              <a:defRPr lang="zh-CN" altLang="en-US" sz="36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Lato" panose="020F0502020204030203" pitchFamily="34" charset="0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8792" y="5949280"/>
            <a:ext cx="871824" cy="273533"/>
          </a:xfrm>
          <a:prstGeom prst="rect">
            <a:avLst/>
          </a:prstGeom>
        </p:spPr>
      </p:pic>
      <p:cxnSp>
        <p:nvCxnSpPr>
          <p:cNvPr id="9" name="直线连接符 8"/>
          <p:cNvCxnSpPr/>
          <p:nvPr userDrawn="1"/>
        </p:nvCxnSpPr>
        <p:spPr>
          <a:xfrm>
            <a:off x="10056440" y="6381328"/>
            <a:ext cx="1584176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 userDrawn="1"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8792" y="5949280"/>
            <a:ext cx="871824" cy="273533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056440" y="6381328"/>
            <a:ext cx="1584176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407368" y="332656"/>
            <a:ext cx="7149570" cy="5762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buNone/>
              <a:defRPr lang="zh-CN" altLang="en-US" sz="36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Lato" panose="020F0502020204030203" pitchFamily="34" charset="0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4198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2DE3D-A237-4F46-A9AE-563AE0DBFC11}" type="datetime1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636270" y="6418779"/>
            <a:ext cx="4085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7874985" y="6418779"/>
            <a:ext cx="2110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38200" y="1133475"/>
            <a:ext cx="10852859" cy="521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8033" y="184040"/>
            <a:ext cx="10377969" cy="796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 advClick="0"/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293049"/>
          </a:solidFill>
          <a:effectLst/>
          <a:latin typeface="+mj-ea"/>
          <a:ea typeface="+mj-ea"/>
          <a:cs typeface="+mj-cs"/>
        </a:defRPr>
      </a:lvl1pPr>
    </p:titleStyle>
    <p:bodyStyle>
      <a:lvl1pPr marL="361950" indent="-361950" algn="just" defTabSz="6858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50000"/>
        <a:buFont typeface="Wingdings 3" panose="05040102010807070707" pitchFamily="18" charset="2"/>
        <a:buChar char="p"/>
        <a:defRPr lang="zh-CN" altLang="en-US" sz="2800" kern="1200" baseline="0" dirty="0" smtClean="0">
          <a:solidFill>
            <a:schemeClr val="accent1">
              <a:lumMod val="75000"/>
            </a:schemeClr>
          </a:solidFill>
          <a:latin typeface="+mj-ea"/>
          <a:ea typeface="+mj-ea"/>
          <a:cs typeface="+mn-cs"/>
        </a:defRPr>
      </a:lvl1pPr>
      <a:lvl2pPr marL="361950" indent="-361950" algn="just" defTabSz="6858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800" kern="1200" baseline="0">
          <a:solidFill>
            <a:schemeClr val="tx1"/>
          </a:solidFill>
          <a:latin typeface="+mj-ea"/>
          <a:ea typeface="+mj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7A21B-ED46-1A4F-8BC0-ADE2E3210577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2026/5/22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51016-1685-434C-86B1-C6ABBB89BA7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323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-128414" y="4186"/>
            <a:ext cx="6345280" cy="6870483"/>
          </a:xfrm>
          <a:custGeom>
            <a:avLst/>
            <a:gdLst>
              <a:gd name="connsiteX0" fmla="*/ 0 w 6345280"/>
              <a:gd name="connsiteY0" fmla="*/ 0 h 6870483"/>
              <a:gd name="connsiteX1" fmla="*/ 6322214 w 6345280"/>
              <a:gd name="connsiteY1" fmla="*/ 0 h 6870483"/>
              <a:gd name="connsiteX2" fmla="*/ 6336145 w 6345280"/>
              <a:gd name="connsiteY2" fmla="*/ 183207 h 6870483"/>
              <a:gd name="connsiteX3" fmla="*/ 6345280 w 6345280"/>
              <a:gd name="connsiteY3" fmla="*/ 544495 h 6870483"/>
              <a:gd name="connsiteX4" fmla="*/ 2520721 w 6345280"/>
              <a:gd name="connsiteY4" fmla="*/ 6797206 h 6870483"/>
              <a:gd name="connsiteX5" fmla="*/ 2369229 w 6345280"/>
              <a:gd name="connsiteY5" fmla="*/ 6870483 h 6870483"/>
              <a:gd name="connsiteX6" fmla="*/ 0 w 6345280"/>
              <a:gd name="connsiteY6" fmla="*/ 6870483 h 687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5280" h="6870483">
                <a:moveTo>
                  <a:pt x="0" y="0"/>
                </a:moveTo>
                <a:lnTo>
                  <a:pt x="6322214" y="0"/>
                </a:lnTo>
                <a:lnTo>
                  <a:pt x="6336145" y="183207"/>
                </a:lnTo>
                <a:cubicBezTo>
                  <a:pt x="6342210" y="302870"/>
                  <a:pt x="6345280" y="423324"/>
                  <a:pt x="6345280" y="544495"/>
                </a:cubicBezTo>
                <a:cubicBezTo>
                  <a:pt x="6345280" y="3270841"/>
                  <a:pt x="4791276" y="5634230"/>
                  <a:pt x="2520721" y="6797206"/>
                </a:cubicBezTo>
                <a:lnTo>
                  <a:pt x="2369229" y="6870483"/>
                </a:lnTo>
                <a:lnTo>
                  <a:pt x="0" y="6870483"/>
                </a:lnTo>
                <a:close/>
              </a:path>
            </a:pathLst>
          </a:custGeom>
          <a:solidFill>
            <a:schemeClr val="tx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   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</a:p>
        </p:txBody>
      </p:sp>
      <p:sp>
        <p:nvSpPr>
          <p:cNvPr id="22" name="任意多边形 21"/>
          <p:cNvSpPr/>
          <p:nvPr/>
        </p:nvSpPr>
        <p:spPr>
          <a:xfrm>
            <a:off x="1" y="1878302"/>
            <a:ext cx="2307522" cy="4979698"/>
          </a:xfrm>
          <a:custGeom>
            <a:avLst/>
            <a:gdLst>
              <a:gd name="connsiteX0" fmla="*/ 0 w 2307522"/>
              <a:gd name="connsiteY0" fmla="*/ 0 h 4979698"/>
              <a:gd name="connsiteX1" fmla="*/ 13505 w 2307522"/>
              <a:gd name="connsiteY1" fmla="*/ 11699 h 4979698"/>
              <a:gd name="connsiteX2" fmla="*/ 2303363 w 2307522"/>
              <a:gd name="connsiteY2" fmla="*/ 4824891 h 4979698"/>
              <a:gd name="connsiteX3" fmla="*/ 2307522 w 2307522"/>
              <a:gd name="connsiteY3" fmla="*/ 4979698 h 4979698"/>
              <a:gd name="connsiteX4" fmla="*/ 0 w 2307522"/>
              <a:gd name="connsiteY4" fmla="*/ 4979698 h 4979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7522" h="4979698">
                <a:moveTo>
                  <a:pt x="0" y="0"/>
                </a:moveTo>
                <a:lnTo>
                  <a:pt x="13505" y="11699"/>
                </a:lnTo>
                <a:cubicBezTo>
                  <a:pt x="1338230" y="1215727"/>
                  <a:pt x="2200726" y="2919334"/>
                  <a:pt x="2303363" y="4824891"/>
                </a:cubicBezTo>
                <a:lnTo>
                  <a:pt x="2307522" y="4979698"/>
                </a:lnTo>
                <a:lnTo>
                  <a:pt x="0" y="4979698"/>
                </a:lnTo>
                <a:close/>
              </a:path>
            </a:pathLst>
          </a:custGeom>
          <a:solidFill>
            <a:schemeClr val="tx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   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55039" y="801092"/>
            <a:ext cx="184731" cy="456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灯片编号占位符 7"/>
          <p:cNvSpPr txBox="1"/>
          <p:nvPr/>
        </p:nvSpPr>
        <p:spPr>
          <a:xfrm>
            <a:off x="479376" y="5969899"/>
            <a:ext cx="377982" cy="3394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A982E84-1EEB-1B4E-9B87-3CBB0966CFE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1</a:t>
            </a:fld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113489" y="1626139"/>
            <a:ext cx="8171683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 defTabSz="914400"/>
            <a:r>
              <a:rPr lang="en-US" altLang="zh-CN" sz="7200" b="1" dirty="0">
                <a:solidFill>
                  <a:prstClr val="white"/>
                </a:solidFill>
                <a:cs typeface="+mn-ea"/>
                <a:sym typeface="+mn-lt"/>
              </a:rPr>
              <a:t>X</a:t>
            </a:r>
            <a:r>
              <a:rPr lang="zh-CN" altLang="en-US" sz="7200" b="1" dirty="0">
                <a:solidFill>
                  <a:prstClr val="white"/>
                </a:solidFill>
                <a:cs typeface="+mn-ea"/>
                <a:sym typeface="+mn-lt"/>
              </a:rPr>
              <a:t>业务客服信息安全行为合规意识</a:t>
            </a:r>
            <a:r>
              <a:rPr lang="en-US" sz="100" dirty="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  <a:endParaRPr lang="zh-CN" altLang="en-US" sz="7200" b="1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108674" y="742392"/>
            <a:ext cx="4019282" cy="4019282"/>
          </a:xfrm>
          <a:prstGeom prst="ellipse">
            <a:avLst/>
          </a:prstGeom>
          <a:noFill/>
          <a:ln w="50800">
            <a:solidFill>
              <a:srgbClr val="FF7B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     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149" y="1965294"/>
            <a:ext cx="2347557" cy="1898167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0"/>
            <a:ext cx="45719" cy="1484784"/>
          </a:xfrm>
          <a:prstGeom prst="rect">
            <a:avLst/>
          </a:prstGeom>
          <a:solidFill>
            <a:srgbClr val="FF7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Rectangle 16"/>
          <p:cNvSpPr/>
          <p:nvPr/>
        </p:nvSpPr>
        <p:spPr>
          <a:xfrm>
            <a:off x="4223792" y="4569595"/>
            <a:ext cx="3744416" cy="499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为成长赋能，让进步可见。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100"/>
              <a:t>INTERNAL USE ONLY                              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100"/>
              <a:t>INTERNAL USE ONLY                              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/>
          <p:cNvSpPr/>
          <p:nvPr/>
        </p:nvSpPr>
        <p:spPr>
          <a:xfrm>
            <a:off x="4508828" y="2274838"/>
            <a:ext cx="7488832" cy="2955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defTabSz="914400">
              <a:lnSpc>
                <a:spcPct val="150000"/>
              </a:lnSpc>
              <a:buClr>
                <a:srgbClr val="FF7B41"/>
              </a:buClr>
              <a:buSzPct val="100000"/>
              <a:buFontTx/>
              <a:buAutoNum type="arabicPeriod"/>
            </a:pPr>
            <a:r>
              <a:rPr lang="zh-CN" altLang="en-US" sz="3200" b="1" dirty="0">
                <a:solidFill>
                  <a:srgbClr val="FFFFFF"/>
                </a:solidFill>
                <a:cs typeface="+mn-ea"/>
                <a:sym typeface="+mn-lt"/>
              </a:rPr>
              <a:t>信息安全的重要性</a:t>
            </a:r>
          </a:p>
          <a:p>
            <a:pPr marL="514350" lvl="0" indent="-514350" defTabSz="914400">
              <a:lnSpc>
                <a:spcPct val="150000"/>
              </a:lnSpc>
              <a:buClr>
                <a:srgbClr val="FF7B41"/>
              </a:buClr>
              <a:buSzPct val="100000"/>
              <a:buFontTx/>
              <a:buAutoNum type="arabicPeriod"/>
            </a:pPr>
            <a:r>
              <a:rPr lang="zh-CN" altLang="en-US" sz="3200" b="1" dirty="0">
                <a:solidFill>
                  <a:srgbClr val="FFFFFF"/>
                </a:solidFill>
                <a:cs typeface="+mn-ea"/>
                <a:sym typeface="+mn-lt"/>
              </a:rPr>
              <a:t>身边的信息安全</a:t>
            </a:r>
          </a:p>
          <a:p>
            <a:pPr marL="514350" lvl="0" indent="-514350" defTabSz="914400">
              <a:lnSpc>
                <a:spcPct val="150000"/>
              </a:lnSpc>
              <a:buClr>
                <a:srgbClr val="FF7B41"/>
              </a:buClr>
              <a:buSzPct val="100000"/>
              <a:buFontTx/>
              <a:buAutoNum type="arabicPeriod"/>
            </a:pPr>
            <a:r>
              <a:rPr lang="zh-CN" altLang="en-US" sz="3200" b="1" dirty="0">
                <a:solidFill>
                  <a:prstClr val="white"/>
                </a:solidFill>
                <a:cs typeface="+mn-ea"/>
                <a:sym typeface="+mn-lt"/>
              </a:rPr>
              <a:t>公司信息安全</a:t>
            </a:r>
            <a:r>
              <a:rPr lang="en-US" altLang="zh-CN" sz="3200" b="1" dirty="0">
                <a:solidFill>
                  <a:prstClr val="white"/>
                </a:solidFill>
                <a:cs typeface="+mn-ea"/>
                <a:sym typeface="+mn-lt"/>
              </a:rPr>
              <a:t>6</a:t>
            </a:r>
            <a:r>
              <a:rPr lang="zh-CN" altLang="en-US" sz="3200" b="1" dirty="0">
                <a:solidFill>
                  <a:prstClr val="white"/>
                </a:solidFill>
                <a:cs typeface="+mn-ea"/>
                <a:sym typeface="+mn-lt"/>
              </a:rPr>
              <a:t>条红线</a:t>
            </a:r>
            <a:endParaRPr lang="en-US" sz="3200" b="1" dirty="0">
              <a:solidFill>
                <a:prstClr val="white"/>
              </a:solidFill>
              <a:cs typeface="+mn-ea"/>
              <a:sym typeface="+mn-lt"/>
            </a:endParaRPr>
          </a:p>
          <a:p>
            <a:pPr marL="514350" lvl="0" indent="-514350" defTabSz="914400">
              <a:lnSpc>
                <a:spcPct val="150000"/>
              </a:lnSpc>
              <a:buClr>
                <a:srgbClr val="FF7B41"/>
              </a:buClr>
              <a:buSzPct val="100000"/>
              <a:buFontTx/>
              <a:buAutoNum type="arabicPeriod"/>
            </a:pPr>
            <a:r>
              <a:rPr lang="en-US" sz="3200" b="1" dirty="0" err="1">
                <a:solidFill>
                  <a:prstClr val="white"/>
                </a:solidFill>
                <a:cs typeface="+mn-ea"/>
                <a:sym typeface="+mn-lt"/>
              </a:rPr>
              <a:t>个保法客服回复QA</a:t>
            </a:r>
            <a:r>
              <a:rPr lang="en-US" sz="100" dirty="0" err="1">
                <a:solidFill>
                  <a:srgbClr val="FFFFFF"/>
                </a:solidFill>
              </a:rPr>
              <a:t>INTERNAL</a:t>
            </a:r>
            <a:r>
              <a:rPr lang="en-US" sz="100" dirty="0">
                <a:solidFill>
                  <a:srgbClr val="FFFFFF"/>
                </a:solidFill>
              </a:rPr>
              <a:t> USE ONLY                              INTERNAL USE ONLY                              </a:t>
            </a:r>
            <a:endParaRPr lang="zh-CN" altLang="en-US" sz="3200" b="1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-357948" y="2711688"/>
            <a:ext cx="4113101" cy="14346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目 录</a:t>
            </a:r>
            <a:r>
              <a:rPr lang="en-US" sz="100" dirty="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143672" y="1449682"/>
            <a:ext cx="665067" cy="665067"/>
          </a:xfrm>
          <a:prstGeom prst="ellipse">
            <a:avLst/>
          </a:prstGeom>
          <a:noFill/>
          <a:ln w="38100">
            <a:solidFill>
              <a:srgbClr val="FF7B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</a:p>
        </p:txBody>
      </p:sp>
      <p:sp>
        <p:nvSpPr>
          <p:cNvPr id="15" name="椭圆 14"/>
          <p:cNvSpPr/>
          <p:nvPr/>
        </p:nvSpPr>
        <p:spPr>
          <a:xfrm>
            <a:off x="2795907" y="5058712"/>
            <a:ext cx="1250016" cy="1250016"/>
          </a:xfrm>
          <a:prstGeom prst="ellipse">
            <a:avLst/>
          </a:prstGeom>
          <a:solidFill>
            <a:srgbClr val="FF7B41">
              <a:alpha val="77000"/>
            </a:srgb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0" y="662551"/>
            <a:ext cx="3863752" cy="5904656"/>
          </a:xfrm>
          <a:custGeom>
            <a:avLst/>
            <a:gdLst>
              <a:gd name="connsiteX0" fmla="*/ 911424 w 3863752"/>
              <a:gd name="connsiteY0" fmla="*/ 0 h 5904656"/>
              <a:gd name="connsiteX1" fmla="*/ 3863752 w 3863752"/>
              <a:gd name="connsiteY1" fmla="*/ 2952328 h 5904656"/>
              <a:gd name="connsiteX2" fmla="*/ 911424 w 3863752"/>
              <a:gd name="connsiteY2" fmla="*/ 5904656 h 5904656"/>
              <a:gd name="connsiteX3" fmla="*/ 33492 w 3863752"/>
              <a:gd name="connsiteY3" fmla="*/ 5771925 h 5904656"/>
              <a:gd name="connsiteX4" fmla="*/ 0 w 3863752"/>
              <a:gd name="connsiteY4" fmla="*/ 5759667 h 5904656"/>
              <a:gd name="connsiteX5" fmla="*/ 0 w 3863752"/>
              <a:gd name="connsiteY5" fmla="*/ 144989 h 5904656"/>
              <a:gd name="connsiteX6" fmla="*/ 33492 w 3863752"/>
              <a:gd name="connsiteY6" fmla="*/ 132731 h 5904656"/>
              <a:gd name="connsiteX7" fmla="*/ 911424 w 3863752"/>
              <a:gd name="connsiteY7" fmla="*/ 0 h 5904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3752" h="5904656">
                <a:moveTo>
                  <a:pt x="911424" y="0"/>
                </a:moveTo>
                <a:cubicBezTo>
                  <a:pt x="2541950" y="0"/>
                  <a:pt x="3863752" y="1321802"/>
                  <a:pt x="3863752" y="2952328"/>
                </a:cubicBezTo>
                <a:cubicBezTo>
                  <a:pt x="3863752" y="4582854"/>
                  <a:pt x="2541950" y="5904656"/>
                  <a:pt x="911424" y="5904656"/>
                </a:cubicBezTo>
                <a:cubicBezTo>
                  <a:pt x="605700" y="5904656"/>
                  <a:pt x="310830" y="5858187"/>
                  <a:pt x="33492" y="5771925"/>
                </a:cubicBezTo>
                <a:lnTo>
                  <a:pt x="0" y="5759667"/>
                </a:lnTo>
                <a:lnTo>
                  <a:pt x="0" y="144989"/>
                </a:lnTo>
                <a:lnTo>
                  <a:pt x="33492" y="132731"/>
                </a:lnTo>
                <a:cubicBezTo>
                  <a:pt x="310830" y="46470"/>
                  <a:pt x="605700" y="0"/>
                  <a:pt x="911424" y="0"/>
                </a:cubicBezTo>
                <a:close/>
              </a:path>
            </a:pathLst>
          </a:custGeom>
          <a:noFill/>
          <a:ln w="50800">
            <a:solidFill>
              <a:srgbClr val="FF7B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ea"/>
                <a:sym typeface="+mn-lt"/>
              </a:rPr>
              <a:t>     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ONLY                              INTERNAL USE ONLY                              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100"/>
              <a:t>INTERNAL USE ONLY                              </a:t>
            </a:r>
            <a:r>
              <a:rPr lang="en-US" sz="100">
                <a:solidFill>
                  <a:srgbClr val="FFFFFF"/>
                </a:solidFill>
              </a:rPr>
              <a:t>INTERNAL USE ONLY                              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100"/>
              <a:t>INTERNAL USE ONLY                              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f2bb5ef-d29e-4ffb-a675-69a43c22d2ab"/>
  <p:tag name="COMMONDATA" val="eyJoZGlkIjoiOWI1ODVmY2JiNmYwNzU5MDZjNDcxNDkwZTJkNzJjNDgifQ=="/>
</p:tagLst>
</file>

<file path=ppt/theme/theme1.xml><?xml version="1.0" encoding="utf-8"?>
<a:theme xmlns:a="http://schemas.openxmlformats.org/drawingml/2006/main" name="A000120140530A99PPBG">
  <a:themeElements>
    <a:clrScheme name="自定义 771">
      <a:dk1>
        <a:srgbClr val="434547"/>
      </a:dk1>
      <a:lt1>
        <a:srgbClr val="FFFFFF"/>
      </a:lt1>
      <a:dk2>
        <a:srgbClr val="414345"/>
      </a:dk2>
      <a:lt2>
        <a:srgbClr val="F4F5F7"/>
      </a:lt2>
      <a:accent1>
        <a:srgbClr val="FFBF2B"/>
      </a:accent1>
      <a:accent2>
        <a:srgbClr val="E7A139"/>
      </a:accent2>
      <a:accent3>
        <a:srgbClr val="A3C95F"/>
      </a:accent3>
      <a:accent4>
        <a:srgbClr val="6BB599"/>
      </a:accent4>
      <a:accent5>
        <a:srgbClr val="72A4B6"/>
      </a:accent5>
      <a:accent6>
        <a:srgbClr val="C00000"/>
      </a:accent6>
      <a:hlink>
        <a:srgbClr val="00B0F0"/>
      </a:hlink>
      <a:folHlink>
        <a:srgbClr val="AFB2B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9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nk3qhb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A000120151104A07KPBG</Template>
  <TotalTime>509</TotalTime>
  <Words>133</Words>
  <Application>Microsoft Macintosh PowerPoint</Application>
  <PresentationFormat>宽屏</PresentationFormat>
  <Paragraphs>23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</vt:lpstr>
      <vt:lpstr>微软雅黑</vt:lpstr>
      <vt:lpstr>幼圆</vt:lpstr>
      <vt:lpstr>Arial</vt:lpstr>
      <vt:lpstr>Wingdings 3</vt:lpstr>
      <vt:lpstr>A000120140530A99PPBG</vt:lpstr>
      <vt:lpstr>2_Office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教学课件 说课件 教师备课PPT模板</dc:title>
  <dc:subject>INTERNAL USE ONLY</dc:subject>
  <dc:creator>admin</dc:creator>
  <cp:keywords>INTERNAL USE ONLY</cp:keywords>
  <dc:description>INTERNAL USE ONLY</dc:description>
  <cp:lastModifiedBy>didi</cp:lastModifiedBy>
  <cp:revision>5771</cp:revision>
  <dcterms:created xsi:type="dcterms:W3CDTF">2024-05-06T10:00:50Z</dcterms:created>
  <dcterms:modified xsi:type="dcterms:W3CDTF">2026-05-22T15:34:37Z</dcterms:modified>
  <cp:category>INTERNAL USE ONLY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NTERNAL USE ONLY                              ">
    <vt:lpwstr>INTERNAL USE ONLY                              </vt:lpwstr>
  </property>
  <property fmtid="{D5CDD505-2E9C-101B-9397-08002B2CF9AE}" pid="4" name="ICV">
    <vt:lpwstr>2310D94D1B6946DE911B097505455861_12</vt:lpwstr>
  </property>
</Properties>
</file>